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Nunit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Nunito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Nunito-italic.fntdata"/><Relationship Id="rId14" Type="http://schemas.openxmlformats.org/officeDocument/2006/relationships/font" Target="fonts/Nunito-bold.fntdata"/><Relationship Id="rId16" Type="http://schemas.openxmlformats.org/officeDocument/2006/relationships/font" Target="fonts/Nuni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5a10cbee28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5a10cbee28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5a10cbee28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5a10cbee28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5a10cbee28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5a10cbee28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5a10cbee28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5a10cbee28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5a10cbee28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5a10cbee28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5a10cbee28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5a10cbee28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ru"/>
              <a:t>Стажировка в компании ООО “Нетикс”</a:t>
            </a:r>
            <a:endParaRPr i="1"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Мария Юдина (Hermesre)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/>
              <a:t>О компании ООО “Нетикс”</a:t>
            </a:r>
            <a:endParaRPr b="1"/>
          </a:p>
        </p:txBody>
      </p:sp>
      <p:sp>
        <p:nvSpPr>
          <p:cNvPr id="135" name="Google Shape;135;p14"/>
          <p:cNvSpPr txBox="1"/>
          <p:nvPr>
            <p:ph idx="1" type="body"/>
          </p:nvPr>
        </p:nvSpPr>
        <p:spPr>
          <a:xfrm>
            <a:off x="747900" y="1586950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ru" sz="1402"/>
              <a:t>ООО «Нетикс» специализируется на разработке, внедрении и сопровождении онлайн-программ, приложений и бизнес-технологий для автосервисов и автомагазинов.</a:t>
            </a:r>
            <a:endParaRPr sz="1402"/>
          </a:p>
          <a:p>
            <a:pPr indent="0" lvl="0" marL="0" rtl="0" algn="just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ru" sz="1402"/>
              <a:t>Нетикс — это команда, которой нравится упрощать бизнес других людей за счет внедрения IT и бизнес-технологий: автоматизации СТО, работы автосервисов, автомагазинов, любого другого автобизнеса.</a:t>
            </a:r>
            <a:endParaRPr sz="1402"/>
          </a:p>
          <a:p>
            <a:pPr indent="0" lvl="0" marL="0" rtl="0" algn="just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ru" sz="1402"/>
              <a:t>Уникальность нашей команды в том, что мы совместили знания владельца и управленца реальной сети магазинов запчастей и СТО и опыт лучших специалистов в программировании. Нашими онлайн программами, софтом для автосервисов, другими продуктами пользуются сотни предприятий авторемонтного бизнеса.</a:t>
            </a:r>
            <a:endParaRPr sz="1402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5"/>
          <p:cNvSpPr txBox="1"/>
          <p:nvPr>
            <p:ph type="title"/>
          </p:nvPr>
        </p:nvSpPr>
        <p:spPr>
          <a:xfrm>
            <a:off x="593525" y="275600"/>
            <a:ext cx="7505700" cy="56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ru"/>
              <a:t>Должность и отдел</a:t>
            </a:r>
            <a:endParaRPr b="1"/>
          </a:p>
        </p:txBody>
      </p:sp>
      <p:sp>
        <p:nvSpPr>
          <p:cNvPr id="141" name="Google Shape;141;p15"/>
          <p:cNvSpPr txBox="1"/>
          <p:nvPr>
            <p:ph idx="1" type="body"/>
          </p:nvPr>
        </p:nvSpPr>
        <p:spPr>
          <a:xfrm>
            <a:off x="493350" y="1064450"/>
            <a:ext cx="81573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SzPts val="688"/>
              <a:buNone/>
            </a:pPr>
            <a:r>
              <a:rPr b="1" lang="ru" sz="1412"/>
              <a:t>Должность: </a:t>
            </a:r>
            <a:r>
              <a:rPr lang="ru" sz="1412"/>
              <a:t>Специалист технической поддержки</a:t>
            </a:r>
            <a:br>
              <a:rPr lang="ru" sz="1412"/>
            </a:br>
            <a:r>
              <a:rPr b="1" lang="ru" sz="1412"/>
              <a:t>Отдел: </a:t>
            </a:r>
            <a:r>
              <a:rPr lang="ru" sz="1412"/>
              <a:t>Отдел технической поддержки</a:t>
            </a:r>
            <a:br>
              <a:rPr lang="ru" sz="1412"/>
            </a:br>
            <a:r>
              <a:rPr b="1" lang="ru" sz="1412"/>
              <a:t>О</a:t>
            </a:r>
            <a:r>
              <a:rPr b="1" lang="ru" sz="1412"/>
              <a:t>бязанности:</a:t>
            </a:r>
            <a:br>
              <a:rPr b="1" lang="ru" sz="1412"/>
            </a:br>
            <a:r>
              <a:rPr lang="ru" sz="1412"/>
              <a:t>- Решение заявок(тикетов) на платформе Freshdesk;</a:t>
            </a:r>
            <a:br>
              <a:rPr lang="ru" sz="1412"/>
            </a:br>
            <a:r>
              <a:rPr lang="ru" sz="1412"/>
              <a:t>- Устранение неполадок при установке программы Трицепс;</a:t>
            </a:r>
            <a:br>
              <a:rPr lang="ru" sz="1412"/>
            </a:br>
            <a:r>
              <a:rPr lang="ru" sz="1412"/>
              <a:t>- Проведение обучения по работе программы; </a:t>
            </a:r>
            <a:br>
              <a:rPr lang="ru" sz="1412"/>
            </a:br>
            <a:r>
              <a:rPr lang="ru" sz="1412"/>
              <a:t>- Написание SQL-запросов для автоматизации БП по запросу клиента;</a:t>
            </a:r>
            <a:br>
              <a:rPr lang="ru" sz="1412"/>
            </a:br>
            <a:r>
              <a:rPr lang="ru" sz="1412"/>
              <a:t>-  </a:t>
            </a:r>
            <a:r>
              <a:rPr lang="ru" sz="1412"/>
              <a:t>изучение материалов для успешного выполнения поставленных задач, написание внутренних и внешних инструкций</a:t>
            </a:r>
            <a:endParaRPr sz="1412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6"/>
          <p:cNvSpPr txBox="1"/>
          <p:nvPr>
            <p:ph type="title"/>
          </p:nvPr>
        </p:nvSpPr>
        <p:spPr>
          <a:xfrm>
            <a:off x="712275" y="3587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/>
              <a:t>Команда и проект</a:t>
            </a:r>
            <a:endParaRPr b="1"/>
          </a:p>
        </p:txBody>
      </p:sp>
      <p:sp>
        <p:nvSpPr>
          <p:cNvPr id="147" name="Google Shape;147;p16"/>
          <p:cNvSpPr txBox="1"/>
          <p:nvPr>
            <p:ph idx="1" type="body"/>
          </p:nvPr>
        </p:nvSpPr>
        <p:spPr>
          <a:xfrm>
            <a:off x="712275" y="1028825"/>
            <a:ext cx="79833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852"/>
              <a:buNone/>
            </a:pPr>
            <a:r>
              <a:rPr lang="ru" sz="1407"/>
              <a:t>Команда отдела технической поддержки проектов состоит из трех инженеров (специалистов) тех. поддержки и руководителя отдела. Так как от клиентов поступают заявки о существенных  доработках программы  (явных изменениях),  отдел ТП тесно взаимодействует с отделом разработки и действует как единая команда. Отдел разработки состоит из 2-х человек (главный разработчик и разработчик), также привлекаются специалисты аутсорса. Все изменения тестируются специалистами нашего отдела на тестовых и боевых БД, затем результаты тестов передаются разработчикам, корректируются в новой версии, снова тестируются  и выпускается релиз.</a:t>
            </a:r>
            <a:endParaRPr sz="1407"/>
          </a:p>
          <a:p>
            <a:pPr indent="0" lvl="0" marL="0" rtl="0" algn="just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852"/>
              <a:buNone/>
            </a:pPr>
            <a:r>
              <a:rPr lang="ru" sz="1407"/>
              <a:t>Помимо основного ПО есть несколько приложений и ТГ-Бот, разработанные партнерами. Фиксация, тестирование и исправление ошибок по регистрации пользователей одного из наших приложений с помощью таких инструментов как SQL-запросы и ручное тестирование работоспособности со стороны клиента - часть моего функционала.</a:t>
            </a:r>
            <a:endParaRPr sz="1407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 txBox="1"/>
          <p:nvPr/>
        </p:nvSpPr>
        <p:spPr>
          <a:xfrm>
            <a:off x="572975" y="665025"/>
            <a:ext cx="78378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Взаимодействие между мной и наставником (руководитель ТП) первые 2 недели происходило по принципу “ученик-учитель”, т.е. мы разбирали возможности программы, мне были даны домашние задания и в том числе написание подробных внутренних </a:t>
            </a:r>
            <a:r>
              <a:rPr lang="ru"/>
              <a:t>инструкций</a:t>
            </a:r>
            <a:r>
              <a:rPr lang="ru"/>
              <a:t> для </a:t>
            </a:r>
            <a:r>
              <a:rPr lang="ru"/>
              <a:t>будущих</a:t>
            </a:r>
            <a:r>
              <a:rPr lang="ru"/>
              <a:t> сотрудников ТП. После прохождения базового функционала программы, меня допустили к самим заявкам клиентов для решения общих вопросов. </a:t>
            </a:r>
            <a:r>
              <a:rPr lang="ru"/>
              <a:t>Работа с проектами и задачами происходила по механизму «заявка-задание – работа – вопросы – ответы – работа – завершение».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/>
          <p:nvPr>
            <p:ph type="title"/>
          </p:nvPr>
        </p:nvSpPr>
        <p:spPr>
          <a:xfrm>
            <a:off x="712275" y="465600"/>
            <a:ext cx="7505700" cy="5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ru"/>
              <a:t>Задачи и результаты</a:t>
            </a:r>
            <a:endParaRPr b="1"/>
          </a:p>
        </p:txBody>
      </p:sp>
      <p:sp>
        <p:nvSpPr>
          <p:cNvPr id="158" name="Google Shape;158;p18"/>
          <p:cNvSpPr txBox="1"/>
          <p:nvPr>
            <p:ph idx="1" type="body"/>
          </p:nvPr>
        </p:nvSpPr>
        <p:spPr>
          <a:xfrm>
            <a:off x="534150" y="1206950"/>
            <a:ext cx="41595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9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ru" sz="1405"/>
              <a:t>Задачи за время стажировки:</a:t>
            </a:r>
            <a:r>
              <a:rPr lang="ru" sz="1405"/>
              <a:t> изучение, тестирование основного ПО (программа Трицепс), работа с БД клиентов и тестовыми БД (копирование, создание резервных копий, восстановление подключения клиентской части ПО к серверной части), редактирование сетевых параметров для восстановления работоспособности основного ПО, интегрированных ПО, доработка интерфейса основного ПО с помощью инструментов - объекты и формулы (основное ПО на языке С#), а также БД с помощью инструментов -SQL-запросы, написание внутренней и внешней документации</a:t>
            </a:r>
            <a:endParaRPr sz="1405"/>
          </a:p>
        </p:txBody>
      </p:sp>
      <p:sp>
        <p:nvSpPr>
          <p:cNvPr id="159" name="Google Shape;159;p18"/>
          <p:cNvSpPr txBox="1"/>
          <p:nvPr>
            <p:ph idx="2" type="body"/>
          </p:nvPr>
        </p:nvSpPr>
        <p:spPr>
          <a:xfrm>
            <a:off x="4781175" y="1347750"/>
            <a:ext cx="40809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5600"/>
              <a:t>Выполнено: </a:t>
            </a:r>
            <a:br>
              <a:rPr lang="ru" sz="5600"/>
            </a:br>
            <a:r>
              <a:rPr lang="ru" sz="5600"/>
              <a:t>-изучены основные принципы работы основного ПО, работы с БД клиентов</a:t>
            </a:r>
            <a:br>
              <a:rPr lang="ru" sz="5600"/>
            </a:br>
            <a:r>
              <a:rPr lang="ru" sz="5600"/>
              <a:t>-устранение неполадок сетевых параметров;</a:t>
            </a:r>
            <a:br>
              <a:rPr lang="ru" sz="5600"/>
            </a:br>
            <a:r>
              <a:rPr lang="ru" sz="5600"/>
              <a:t>-доработки интерфейса по просьбам клиентов;</a:t>
            </a:r>
            <a:br>
              <a:rPr lang="ru" sz="5600"/>
            </a:br>
            <a:r>
              <a:rPr lang="ru" sz="5600"/>
              <a:t>-написаны внутренние и внешние инструкции</a:t>
            </a:r>
            <a:endParaRPr sz="56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b="1" lang="ru" sz="5600"/>
              <a:t>Не выполнено: </a:t>
            </a:r>
            <a:r>
              <a:rPr lang="ru" sz="5600"/>
              <a:t>частично не были завершены задачи в виду специфики этих задач и длительных сроков их выполнения.</a:t>
            </a:r>
            <a:endParaRPr sz="5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/>
              <a:t>Итоги</a:t>
            </a:r>
            <a:endParaRPr b="1"/>
          </a:p>
        </p:txBody>
      </p:sp>
      <p:sp>
        <p:nvSpPr>
          <p:cNvPr id="165" name="Google Shape;165;p19"/>
          <p:cNvSpPr txBox="1"/>
          <p:nvPr>
            <p:ph idx="1" type="body"/>
          </p:nvPr>
        </p:nvSpPr>
        <p:spPr>
          <a:xfrm>
            <a:off x="890400" y="1634450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По окончанию стажировки были </a:t>
            </a:r>
            <a:r>
              <a:rPr lang="ru" sz="1400"/>
              <a:t>прокачаны</a:t>
            </a:r>
            <a:r>
              <a:rPr lang="ru" sz="1400"/>
              <a:t> умения по  работе с  БД, улучшились навыки по настройке системы на стороне клиента. Также, был получен практический опыт работы в команде специалистов.</a:t>
            </a:r>
            <a:endParaRPr sz="1400"/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400"/>
              <a:t>По итогу стажировки были выполнены практически все задачи, поставленные руководителем отдела. Проекты на предприятии долгосрочные и есть возможность уйти в отдел разработки программного продукта.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